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6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A68"/>
                </a:solidFill>
                <a:latin typeface="Arial"/>
              </a:rPr>
              <a:t>Phase runtime (seconds, log-friendly)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0.04</c:v>
                </c:pt>
                <c:pt idx="1">
                  <c:v>0.03</c:v>
                </c:pt>
                <c:pt idx="2">
                  <c:v>2.8</c:v>
                </c:pt>
                <c:pt idx="3">
                  <c:v>5</c:v>
                </c:pt>
                <c:pt idx="4">
                  <c:v>5634.9</c:v>
                </c:pt>
                <c:pt idx="5">
                  <c:v>0.7</c:v>
                </c:pt>
                <c:pt idx="6">
                  <c:v>0.3</c:v>
                </c:pt>
                <c:pt idx="7">
                  <c:v>0.2</c:v>
                </c:pt>
                <c:pt idx="8">
                  <c:v>0.5</c:v>
                </c:pt>
                <c:pt idx="9">
                  <c:v>0.5</c:v>
                </c:pt>
                <c:pt idx="10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B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B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5C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SC4063  PART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Demo &amp; Presentation — Network Forensic AI Pipeline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manual PCAP forensic analysis does not scale to long-running captures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agent-based, multi-stage pipeline that automates PCAP analysis end-to-end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11-phase pipeline: ingestion → extraction → AI reasoning → correlation → reporting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protocol analyzers (DNS, HTTP, TLS, beaconing, IOC) with a local LLM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findings, MITRE ATT&amp;CK mapping and campaign-level insights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109728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D6E6F5"/>
          </a:solidFill>
          <a:ln w="12700">
            <a:solidFill>
              <a:srgbClr val="4A7A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143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Web Interface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143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SSE · HTML/CSS/JS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17190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BA8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82880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FCE4D6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Ingestion (P1–4)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capinfos · SQLite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24505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BA8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56032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E2EFDA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Extraction (P5)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· Python multiprocessing (4 workers)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31821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BA8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E4DCE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·  AI Reasoning (P6–10)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3337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Llama 3.1 · JSON Schema · MITRE ATT&amp;CK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391363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BA8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02336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FFE699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 ·  Correlation &amp; Report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0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· Markdown · JSON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COMPONENTS &amp; DATA FLOW</a:t>
            </a:r>
            <a:endParaRPr lang="en-US" sz="3000" dirty="0"/>
          </a:p>
        </p:txBody>
      </p:sp>
      <p:pic>
        <p:nvPicPr>
          <p:cNvPr id="12" name="Image 0" descr="/sessions/clever-keen-shannon/mnt/outpu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927" y="1005840"/>
            <a:ext cx="5320145" cy="3657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BA8"/>
                </a:solidFill>
              </a:rPr>
              <a:t>Tech stack labelled per layer  ·  Evidence Registry (SQLite) is the central audit store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AVAILABLE TO THE AGENT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109728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097280"/>
            <a:ext cx="914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1338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Analyzer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1338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DGA-like domains, long / rare TLDs, NXDOMAIN bursts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169164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691640"/>
            <a:ext cx="914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728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Analyzer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172821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headers, suspicious User-Agents, abnormal verbs / paths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28600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286000"/>
            <a:ext cx="914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32257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Analyzer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232257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SNI, self-signed certs, JA3 fingerprints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88036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880360"/>
            <a:ext cx="914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9169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Beaconing Detector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291693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callback intervals (C2 patterns)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47472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474720"/>
            <a:ext cx="914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51129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/ Threat Intel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91840" y="351129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Known-bad IPs and domains enrichment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06908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069080"/>
            <a:ext cx="914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1056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3.1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91840" y="410565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— narrative synthesis &amp; MITRE mapping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LOGIC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62940" y="15087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" y="15087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0260" y="150876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263140" y="15087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087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HTTP / TLS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80460" y="150876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863340" y="15087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3340" y="15087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0660" y="150876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63540" y="15087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3540" y="15087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Mapping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80860" y="150876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063740" y="15087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3740" y="15087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A8"/>
                </a:solidFill>
              </a:rPr>
              <a:t>Fixed investigation order — prevents the LLM from choosing unsafe or unvalidated actions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0175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dynamically selects analyzers based on extracted evidence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one module guide the next investigation step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 links related events across protocols and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engine generates and ranks possible attack scenarios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DATASET — LATEST RUN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PCAP files processed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network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 formed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3, 2025 – Jan 29,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timestamp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BA8"/>
                </a:solidFill>
              </a:rPr>
              <a:t>Single end-to-end run analysed nearly 5,000 events across 119 PCAPs spanning ~2 months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 — 7 STEPS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94560"/>
                <a:gridCol w="5577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PCAPs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&amp; drop → stored to input_pcaps/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selector, worker count, agentic toggle → POST /api/pipeline/start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live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 EventSource streams ring buffer + live phase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extracts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tshark runs in parallel (4 workers); JSON events written to 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Phases 6–9 reason over bundles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(Ollama) maps findings to MITRE ATT&amp;CK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11 synthesises master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 52 bundles → 83 findings; generates Mermaid flowchart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results in web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Per-bundle findings + master report + interactive flowchart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17220" y="10972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722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HIGH · 30 MEDIUM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28900" y="10972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890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62890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findings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02052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cross-bundle correlation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0580" y="10972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058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4058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3732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52260" y="10972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226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65226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techniques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5412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T1133 · T1078 · T1021 · T1071 · T1573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78892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ATTACKER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31272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88.214.25.115  →  10.128.239.57:3389  (RDP brute-force, persistent)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types: External Sensitive Access · Suspicious TLS Session · Potential Data Exfiltration · Suspicious DNS · Known Bad IP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PCAP processing is slow and resource-heavy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across multiple extractor outputs is hard (time, host, protocol, port)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normalised Zeek/Suricata-style events but relies on fixed external tools (capinfos, tshark)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(tshark extraction) dominates runtime at 99.8% — the bottleneck is extraction, not AI reasoning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/ MISSED DETECTIONS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traffic (CDNs, software updates, public APIs) may appear suspicious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Stealthy attacks (low-and-slow, encrypted C2) can evade behavioural detection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encryption hides payloads — analysis is limited to metadata (SNI, certs, JA3 fingerprints)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admin tools (RDP, SSH) overlap with attacker tradecraft and trigger flags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LIMITATIONS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provide raw evidence, not conclusions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conclusions require correlating multiple analyzers (DNS + TLS + Beaconing + IOC)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depends on PCAP quality — missing or partial captures reduce coverage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(Llama 3.1) has limited context window — bundles must stay within a time budget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/ PERFORMANCE ISSUES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PCAPs increase processing time and storage requirements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 phases add latency; only Phase 5 currently parallelises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 (more analyzers per bundle) increases compute cost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triangle: speed vs coverage vs confidence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via 4 parallel workers in Phase 5 → 6.4× speedup (see Cost section)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SAFETY CONTROLS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SAFETY STACK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31520" y="1188720"/>
            <a:ext cx="594360" cy="5943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08760" y="109728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1887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prevention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1463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 reasoning · no raw PCAP access · structured data only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103120"/>
            <a:ext cx="594360" cy="5943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508760" y="201168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103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constraints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377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workflow · AgentInterface API only · no DB queries or shell exec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017520"/>
            <a:ext cx="594360" cy="5943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508760" y="292608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30175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3291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scoring · cross-signal correlation · minimum evidence threshold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594360" cy="5943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508760" y="384048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39319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91640" y="4206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/ low-confidence findings → analyst review queue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AI FINDINGS?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11887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188720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FINDING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169164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buNone/>
            </a:pPr>
            <a:r>
              <a:rPr lang="en-US" sz="13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TLS Session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13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10.128.239.57 → 88.214.25.115:34985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 </a:t>
            </a:r>
            <a:pPr indent="0" marL="0">
              <a:buNone/>
            </a:pPr>
            <a:r>
              <a:rPr lang="en-US" sz="13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(MEDIUM)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 </a:t>
            </a:r>
            <a:pPr indent="0" marL="0">
              <a:buNone/>
            </a:pPr>
            <a:r>
              <a:rPr lang="en-US" sz="13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T1573, T1071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BA8"/>
                </a:solidFill>
              </a:rPr>
              <a:t>Does it match?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68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188720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PCAP EVENTS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169164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 event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src: 10.128.239.57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dst: 88.214.25.115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dst_port: 34985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sni: (null)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event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10.128.239.57:3389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4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88.214.25.115:34985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BA8"/>
                </a:solidFill>
              </a:rPr>
              <a:t>Every claim must be independently verified against indexed raw PCAP data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METHODOLOGY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0060" y="1371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" y="14173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1722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Raw Events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" y="27432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each bundle's ai_handoff_bundles JSON. Build lookup sets: DNS domains, TLS (src,dst,port) tuples, flow pairs, all IPs.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8980" y="1371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8980" y="14173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340614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Evidence Item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0148" y="27432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evidence item in every finding, run source-specific checks (DNS, TLS, beaconing) against the index.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57900" y="1371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7900" y="14173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619506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Pass / Fail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59068" y="27432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marked Grounded or Ungrounded. Failures log the exact reason for audit purposes.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 — ZERO HALLUCINATIONS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0866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086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Bundles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7462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462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26746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058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058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405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0654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654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6065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46304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 PASS — all evidence grounded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/ 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 FAIL — any ungrounded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items grounded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 / 361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items ungrounded (hallucinated)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361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83 findings auto-flagged for analyst review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include: confidence level, evidence items, FP/FN risk, limitations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decision support, not replacement for the analyst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defaults: low-confidence findings are downgraded, never auto-actioned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12801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4173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5943600" y="2834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flagged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 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83 total — 13.3 %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EFFICIENCY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 —  $0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· Flask · tshark · SQLite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—  open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(local LLM runtime)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—  runs offline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model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—  open weights, downloaded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APIs (OpenAI, Anthropic, 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—  not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A68"/>
                          </a:solidFill>
                        </a:rPr>
                        <a:t>TOTAL BUILD 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</a:rPr>
                        <a:t>$0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5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A8"/>
                </a:solidFill>
              </a:rPr>
              <a:t>No vendor lock-in, zero recurring cost, runs fully offline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  —  BASELINE vs OPTIMISED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01168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Baseline (1 worker)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Optimised (4 workers)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10.06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6.4×  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elapsed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36,216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5,645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workers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parallel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produced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compute cost*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4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84 % cheaper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7BA8"/>
                </a:solidFill>
              </a:rPr>
              <a:t>* Estimated at $0.05/hr for local compute (electricity + machine amortisation)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TIME GO?</a:t>
            </a:r>
            <a:endParaRPr lang="en-US" sz="3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18872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577840" y="1188720"/>
            <a:ext cx="3017520" cy="34747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325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99.8 %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557784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runtime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6072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Phase 5 — tshark evidence extraction.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(Phases 6–11) costs less than 3 seconds combined.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 —  SPEED · ACCURACY · COST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0060" y="118872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" y="1188720"/>
            <a:ext cx="2606040" cy="594360"/>
          </a:xfrm>
          <a:prstGeom prst="roundRect">
            <a:avLst>
              <a:gd name="adj" fmla="val 1846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48740" y="1965960"/>
            <a:ext cx="868680" cy="868680"/>
          </a:xfrm>
          <a:prstGeom prst="lightningBol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" y="30175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 workers in Phase 5 (configurable in the web UI). Scales to 8 / 16 workers on more powerful hardware.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68980" y="118872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8980" y="1188720"/>
            <a:ext cx="2606040" cy="594360"/>
          </a:xfrm>
          <a:prstGeom prst="roundRect">
            <a:avLst>
              <a:gd name="adj" fmla="val 1846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898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37660" y="1965960"/>
            <a:ext cx="868680" cy="8686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2252" y="2130552"/>
            <a:ext cx="539496" cy="5394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7700" y="228600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1860" y="30175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 + LLM verification. 83 findings with 100 % grounding in evidence; 11 flagged for review.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7900" y="118872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7900" y="1188720"/>
            <a:ext cx="2606040" cy="594360"/>
          </a:xfrm>
          <a:prstGeom prst="roundRect">
            <a:avLst>
              <a:gd name="adj" fmla="val 18462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790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26580" y="1965960"/>
            <a:ext cx="868680" cy="8686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658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6240780" y="30175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(Ollama + Llama 3.1) → zero marginal cost per run. No cloud API, no vendor lock-in.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1280160" cy="10972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457200"/>
            <a:ext cx="914400" cy="82296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640080"/>
            <a:ext cx="822960" cy="73152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274320"/>
            <a:ext cx="914400" cy="82296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0" cy="54864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65760" y="4709160"/>
            <a:ext cx="914400" cy="73152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937760"/>
            <a:ext cx="548640" cy="457200"/>
          </a:xfrm>
          <a:prstGeom prst="ellipse">
            <a:avLst/>
          </a:prstGeom>
          <a:solidFill>
            <a:srgbClr val="B7D3EB"/>
          </a:solidFill>
          <a:ln w="12700">
            <a:solidFill>
              <a:srgbClr val="B7D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4617720"/>
            <a:ext cx="1005840" cy="868680"/>
          </a:xfrm>
          <a:prstGeom prst="ellipse">
            <a:avLst/>
          </a:prstGeom>
          <a:solidFill>
            <a:srgbClr val="8FB6D9"/>
          </a:solidFill>
          <a:ln w="12700">
            <a:solidFill>
              <a:srgbClr val="8FB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4983480"/>
            <a:ext cx="640080" cy="457200"/>
          </a:xfrm>
          <a:prstGeom prst="ellipse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109728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097280"/>
            <a:ext cx="164592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444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findings across 119 PCAPs · 5 MITRE techniques · real RDP brute-force campaign surfaced automatically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1984248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984248"/>
            <a:ext cx="164592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grounding rate (361 / 361 evidence items) · 11 findings flagged for human review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871216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A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871216"/>
            <a:ext cx="164592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218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build cost · 1.57-hour runtime · runs fully offline on local hardware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SC4063 Part 2 — Deliverable 3</dc:title>
  <dc:subject>PptxGenJS Presentation</dc:subject>
  <dc:creator>John</dc:creator>
  <cp:lastModifiedBy>John</cp:lastModifiedBy>
  <cp:revision>1</cp:revision>
  <dcterms:created xsi:type="dcterms:W3CDTF">2026-04-17T06:20:31Z</dcterms:created>
  <dcterms:modified xsi:type="dcterms:W3CDTF">2026-04-17T06:20:31Z</dcterms:modified>
</cp:coreProperties>
</file>